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avoid 'await' inside a for loop when the calls are independent - collect the promises and use Promise.all so they run concurrently. Use p-limit when you need to cap concurrency, for example 5 requests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 Patterns in Node.js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Callbacks: error-first: (err, result) =&gt; {} - leads to nesting</a:t>
            </a:r>
          </a:p>
          <a:p>
            <a:r>
              <a:rPr sz="2000"/>
              <a:t>Promises: chain with .then(); util.promisify() converts callbacks</a:t>
            </a:r>
          </a:p>
          <a:p>
            <a:r>
              <a:rPr sz="2000"/>
              <a:t>async / await: reads like sync code; wrap in try/catch</a:t>
            </a:r>
          </a:p>
          <a:p>
            <a:r>
              <a:rPr sz="2000"/>
              <a:t>Promise.all: run in parallel, fails fast on the first rejection</a:t>
            </a:r>
          </a:p>
          <a:p>
            <a:r>
              <a:rPr sz="2000"/>
              <a:t>Promise.allSettled: waits for all, reports each success or failure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